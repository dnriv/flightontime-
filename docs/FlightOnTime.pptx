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10.xml.rels" ContentType="application/vnd.openxmlformats-package.relationships+xml"/>
  <Override PartName="/ppt/slides/_rels/slide8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_rels/presentation.xml.rels" ContentType="application/vnd.openxmlformats-package.relationships+xml"/>
  <Override PartName="/ppt/media/image13.png" ContentType="image/png"/>
  <Override PartName="/ppt/media/image4.png" ContentType="image/png"/>
  <Override PartName="/ppt/media/image14.png" ContentType="image/png"/>
  <Override PartName="/ppt/media/image5.png" ContentType="image/png"/>
  <Override PartName="/ppt/media/image15.png" ContentType="image/png"/>
  <Override PartName="/ppt/media/image6.png" ContentType="image/png"/>
  <Override PartName="/ppt/media/image10.png" ContentType="image/png"/>
  <Override PartName="/ppt/media/image1.png" ContentType="image/png"/>
  <Override PartName="/ppt/media/image7.png" ContentType="image/png"/>
  <Override PartName="/ppt/media/image11.png" ContentType="image/png"/>
  <Override PartName="/ppt/media/image2.png" ContentType="image/png"/>
  <Override PartName="/ppt/media/image8.png" ContentType="image/png"/>
  <Override PartName="/ppt/media/image12.png" ContentType="image/png"/>
  <Override PartName="/ppt/media/image3.png" ContentType="image/png"/>
  <Override PartName="/ppt/media/image9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redetermin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C401E0B-21A8-4B30-8A05-498FBC3D273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s-E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s-ES" sz="4400" spc="-1" strike="noStrike">
                <a:solidFill>
                  <a:srgbClr val="000000"/>
                </a:solidFill>
                <a:latin typeface="Arial"/>
              </a:rPr>
              <a:t>Pulse para editar el formato del texto de título</a:t>
            </a:r>
            <a:endParaRPr b="0" lang="es-E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3200" spc="-1" strike="noStrike">
                <a:solidFill>
                  <a:srgbClr val="000000"/>
                </a:solidFill>
                <a:latin typeface="Arial"/>
              </a:rPr>
              <a:t>Pulse para editar el formato de texto del esquema</a:t>
            </a:r>
            <a:endParaRPr b="0" lang="es-E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2800" spc="-1" strike="noStrike">
                <a:solidFill>
                  <a:srgbClr val="000000"/>
                </a:solidFill>
                <a:latin typeface="Arial"/>
              </a:rPr>
              <a:t>Segundo nivel del esquema</a:t>
            </a:r>
            <a:endParaRPr b="0" lang="es-E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400" spc="-1" strike="noStrike">
                <a:solidFill>
                  <a:srgbClr val="000000"/>
                </a:solidFill>
                <a:latin typeface="Arial"/>
              </a:rPr>
              <a:t>Tercer nivel del esquema</a:t>
            </a:r>
            <a:endParaRPr b="0" lang="es-E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2000" spc="-1" strike="noStrike">
                <a:solidFill>
                  <a:srgbClr val="000000"/>
                </a:solidFill>
                <a:latin typeface="Arial"/>
              </a:rPr>
              <a:t>Cuarto nivel del esquema</a:t>
            </a:r>
            <a:endParaRPr b="0" lang="es-E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000" spc="-1" strike="noStrike">
                <a:solidFill>
                  <a:srgbClr val="000000"/>
                </a:solidFill>
                <a:latin typeface="Arial"/>
              </a:rPr>
              <a:t>Quinto nivel del esquema</a:t>
            </a:r>
            <a:endParaRPr b="0" lang="es-E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000" spc="-1" strike="noStrike">
                <a:solidFill>
                  <a:srgbClr val="000000"/>
                </a:solidFill>
                <a:latin typeface="Arial"/>
              </a:rPr>
              <a:t>Sexto nivel del esquema</a:t>
            </a:r>
            <a:endParaRPr b="0" lang="es-E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000" spc="-1" strike="noStrike">
                <a:solidFill>
                  <a:srgbClr val="000000"/>
                </a:solidFill>
                <a:latin typeface="Arial"/>
              </a:rPr>
              <a:t>Séptimo nivel del esquema</a:t>
            </a:r>
            <a:endParaRPr b="0" lang="es-E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s-E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s-ES" sz="1400" spc="-1" strike="noStrike">
                <a:solidFill>
                  <a:srgbClr val="000000"/>
                </a:solidFill>
                <a:latin typeface="Times New Roman"/>
              </a:rPr>
              <a:t>&lt;fecha/hora&gt;</a:t>
            </a:r>
            <a:endParaRPr b="0" lang="es-E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s-E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s-ES" sz="1400" spc="-1" strike="noStrike">
                <a:solidFill>
                  <a:srgbClr val="000000"/>
                </a:solidFill>
                <a:latin typeface="Times New Roman"/>
              </a:rPr>
              <a:t>&lt;pie de página&gt;</a:t>
            </a:r>
            <a:endParaRPr b="0" lang="es-E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s-E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53DEAFDE-E09E-4C42-9612-5C6F93D5A380}" type="slidenum">
              <a:rPr b="0" lang="es-ES" sz="1400" spc="-1" strike="noStrike">
                <a:solidFill>
                  <a:srgbClr val="000000"/>
                </a:solidFill>
                <a:latin typeface="Times New Roman"/>
              </a:rPr>
              <a:t>&lt;número&gt;</a:t>
            </a:fld>
            <a:endParaRPr b="0" lang="es-E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slideLayout" Target="../slideLayouts/slideLayout1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" descr=""/>
          <p:cNvPicPr/>
          <p:nvPr/>
        </p:nvPicPr>
        <p:blipFill>
          <a:blip r:embed="rId1"/>
          <a:stretch/>
        </p:blipFill>
        <p:spPr>
          <a:xfrm>
            <a:off x="9720" y="6120"/>
            <a:ext cx="10079640" cy="5669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" descr=""/>
          <p:cNvPicPr/>
          <p:nvPr/>
        </p:nvPicPr>
        <p:blipFill>
          <a:blip r:embed="rId1"/>
          <a:stretch/>
        </p:blipFill>
        <p:spPr>
          <a:xfrm>
            <a:off x="9720" y="6120"/>
            <a:ext cx="10079640" cy="5669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" descr=""/>
          <p:cNvPicPr/>
          <p:nvPr/>
        </p:nvPicPr>
        <p:blipFill>
          <a:blip r:embed="rId1"/>
          <a:stretch/>
        </p:blipFill>
        <p:spPr>
          <a:xfrm>
            <a:off x="9720" y="6120"/>
            <a:ext cx="10079640" cy="5669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" descr=""/>
          <p:cNvPicPr/>
          <p:nvPr/>
        </p:nvPicPr>
        <p:blipFill>
          <a:blip r:embed="rId1"/>
          <a:stretch/>
        </p:blipFill>
        <p:spPr>
          <a:xfrm>
            <a:off x="9720" y="6120"/>
            <a:ext cx="10079640" cy="5669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" descr=""/>
          <p:cNvPicPr/>
          <p:nvPr/>
        </p:nvPicPr>
        <p:blipFill>
          <a:blip r:embed="rId1"/>
          <a:stretch/>
        </p:blipFill>
        <p:spPr>
          <a:xfrm>
            <a:off x="360" y="360"/>
            <a:ext cx="10079640" cy="5669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" descr=""/>
          <p:cNvPicPr/>
          <p:nvPr/>
        </p:nvPicPr>
        <p:blipFill>
          <a:blip r:embed="rId1"/>
          <a:stretch/>
        </p:blipFill>
        <p:spPr>
          <a:xfrm>
            <a:off x="9720" y="6120"/>
            <a:ext cx="10079640" cy="5669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" descr=""/>
          <p:cNvPicPr/>
          <p:nvPr/>
        </p:nvPicPr>
        <p:blipFill>
          <a:blip r:embed="rId1"/>
          <a:stretch/>
        </p:blipFill>
        <p:spPr>
          <a:xfrm>
            <a:off x="9720" y="6120"/>
            <a:ext cx="10079640" cy="5669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" descr=""/>
          <p:cNvPicPr/>
          <p:nvPr/>
        </p:nvPicPr>
        <p:blipFill>
          <a:blip r:embed="rId1"/>
          <a:stretch/>
        </p:blipFill>
        <p:spPr>
          <a:xfrm>
            <a:off x="360" y="0"/>
            <a:ext cx="10079640" cy="5669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" descr=""/>
          <p:cNvPicPr/>
          <p:nvPr/>
        </p:nvPicPr>
        <p:blipFill>
          <a:blip r:embed="rId1"/>
          <a:stretch/>
        </p:blipFill>
        <p:spPr>
          <a:xfrm>
            <a:off x="0" y="0"/>
            <a:ext cx="10079640" cy="5669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" descr=""/>
          <p:cNvPicPr/>
          <p:nvPr/>
        </p:nvPicPr>
        <p:blipFill>
          <a:blip r:embed="rId1"/>
          <a:stretch/>
        </p:blipFill>
        <p:spPr>
          <a:xfrm>
            <a:off x="9720" y="360"/>
            <a:ext cx="10079640" cy="5669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" descr=""/>
          <p:cNvPicPr/>
          <p:nvPr/>
        </p:nvPicPr>
        <p:blipFill>
          <a:blip r:embed="rId1"/>
          <a:stretch/>
        </p:blipFill>
        <p:spPr>
          <a:xfrm>
            <a:off x="9720" y="6120"/>
            <a:ext cx="10079640" cy="5669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" descr=""/>
          <p:cNvPicPr/>
          <p:nvPr/>
        </p:nvPicPr>
        <p:blipFill>
          <a:blip r:embed="rId1"/>
          <a:stretch/>
        </p:blipFill>
        <p:spPr>
          <a:xfrm>
            <a:off x="9720" y="6120"/>
            <a:ext cx="10079640" cy="5669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" descr=""/>
          <p:cNvPicPr/>
          <p:nvPr/>
        </p:nvPicPr>
        <p:blipFill>
          <a:blip r:embed="rId1"/>
          <a:stretch/>
        </p:blipFill>
        <p:spPr>
          <a:xfrm>
            <a:off x="9720" y="6120"/>
            <a:ext cx="10079640" cy="5669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" descr=""/>
          <p:cNvPicPr/>
          <p:nvPr/>
        </p:nvPicPr>
        <p:blipFill>
          <a:blip r:embed="rId1"/>
          <a:stretch/>
        </p:blipFill>
        <p:spPr>
          <a:xfrm>
            <a:off x="9720" y="6120"/>
            <a:ext cx="10079640" cy="5669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" descr=""/>
          <p:cNvPicPr/>
          <p:nvPr/>
        </p:nvPicPr>
        <p:blipFill>
          <a:blip r:embed="rId1"/>
          <a:stretch/>
        </p:blipFill>
        <p:spPr>
          <a:xfrm>
            <a:off x="9720" y="6120"/>
            <a:ext cx="10079640" cy="5669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2026-01-21T12:29:10Z</dcterms:created>
  <dc:creator/>
  <dc:description/>
  <dc:language>es-ES</dc:language>
  <cp:lastModifiedBy/>
  <dcterms:modified xsi:type="dcterms:W3CDTF">2026-01-21T12:41:31Z</dcterms:modified>
  <cp:revision>3</cp:revision>
  <dc:subject/>
  <dc:title/>
</cp:coreProperties>
</file>